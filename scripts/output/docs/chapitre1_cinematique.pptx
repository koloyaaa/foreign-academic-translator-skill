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&lt;!-- DornGames @Koloyaaa Léo WEE 出品: 中外合办救命稻草-skill --&gt;</a:t>
            </a:r>
          </a:p>
          <a:p/>
          <a:p>
            <a:r>
              <a:t># 第1章 质点运动学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82880" y="6217920"/>
            <a:ext cx="8778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欢迎使用 DornGames @Koloyaaa Léo WEE 出品: 中外合办救命稻草-skill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 从刚体到质点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### 系统与质点</a:t>
            </a:r>
          </a:p>
          <a:p/>
          <a:p>
            <a:r>
              <a:t>"系统"是我们希望研究的&lt;span data-en="solide"&gt;刚体&lt;/span&gt;（S）。刚体是一个物质系统，其各点彼此之间保持恒定距离。</a:t>
            </a:r>
          </a:p>
          <a:p/>
          <a:p>
            <a:r>
              <a:t>在本课程中，所研究的每个刚体（S）都将被简化为一个&lt;span data-en="point matériel"&gt;质点&lt;/span&gt;。质点是一个几何意义上的点（它没有体积也没有表面），并被赋予质量 $m$。</a:t>
            </a:r>
          </a:p>
          <a:p/>
          <a:p>
            <a:r>
              <a:t>通常在研究中，我们把刚体的&lt;span data-en="barycentre"&gt;质心&lt;/span&gt;（或&lt;span data-en="centre de masse"&gt;质量中心&lt;/span&gt;）视为代表该刚体的那个质点。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217920"/>
            <a:ext cx="8778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欢迎使用 DornGames @Koloyaaa Léo WEE 出品: 中外合办救命稻草-skill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II 参考系与时间标架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### ★ 运动的相对性</a:t>
            </a:r>
          </a:p>
          <a:p/>
          <a:p>
            <a:r>
              <a:t>运动取决于观察它的位置：这就是所谓的&lt;span data-en="relativité des mouvements"&gt;运动的相对性&lt;/span&gt;。</a:t>
            </a:r>
          </a:p>
          <a:p/>
          <a:p>
            <a:r>
              <a:t>### 参考系</a:t>
            </a:r>
          </a:p>
          <a:p/>
          <a:p>
            <a:r>
              <a:t>我们把&lt;span data-en="référentiel"&gt;参考系&lt;/span&gt;称为在研究中作为参照的物理系统，它被认为是固定的。我们为其关联一个用于计时的时钟、一个空间原点以及三个参考方向。</a:t>
            </a:r>
          </a:p>
          <a:p/>
          <a:p>
            <a:r>
              <a:t>### ★ 绝对时间</a:t>
            </a:r>
          </a:p>
          <a:p/>
          <a:p>
            <a:r>
              <a:t>在经典力学中，时间被称为&lt;span data-en="temps absolu"&gt;绝对时间&lt;/span&gt;：时间间隔不依赖于测量它们所处的参考系。</a:t>
            </a:r>
          </a:p>
          <a:p/>
          <a:p>
            <a:r>
              <a:t>### 🕮 惯性原理或牛顿第一定律</a:t>
            </a:r>
          </a:p>
          <a:p/>
          <a:p>
            <a:r>
              <a:t>&lt;span data-en="principe d'inertie"&gt;惯性原理&lt;/span&gt;或&lt;span data-en="première loi de Newton"&gt;牛顿第一定律&lt;/spa...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217920"/>
            <a:ext cx="8778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欢迎使用 DornGames @Koloyaaa Léo WEE 出品: 中外合办救命稻草-skill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III 运动学矢量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### 坐标架与笛卡尔坐标架</a:t>
            </a:r>
          </a:p>
          <a:p/>
          <a:p>
            <a:r>
              <a:t>坐标架是用于描述运动的几何工具。</a:t>
            </a:r>
          </a:p>
          <a:p/>
          <a:p>
            <a:r>
              <a:t>&lt;span data-en="repère cartésien"&gt;笛卡尔坐标架&lt;/span&gt;由原点 $O$ 和一个由单位矢量 $(\vec{e_x}, \vec{e_y}, \vec{e_z})$ 构成的&lt;span data-en="base orthonormée directe"&gt;直接标准正交基&lt;/span&gt;组成。笛卡尔坐标架相对于研究参考系是固定的。</a:t>
            </a:r>
          </a:p>
          <a:p/>
          <a:p>
            <a:r>
              <a:t>📌 有时也用记号 $(\vec{e_x}, \vec{e_y}, \vec{e_z})$ 或 $(\vec{u_x}, \vec{u_y}, \vec{u_z})$ 表示基矢量。</a:t>
            </a:r>
          </a:p>
          <a:p/>
          <a:p>
            <a:r>
              <a:t>#### 直接标准正交基（BOND）</a:t>
            </a:r>
          </a:p>
          <a:p/>
          <a:p>
            <a:r>
              <a:t>• 基：每个维度包含一个矢量、且足以覆盖整个空间的集合。三维下需要 3 个矢量：$\vec{e_x}, \vec{e_y}, \vec{e_z}$。...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217920"/>
            <a:ext cx="8778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欢迎使用 DornGames @Koloyaaa Léo WEE 出品: 中外合办救命稻草-skill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重要术语概念汇总表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| 外文术语 | 中文译名 | 简要解释（根据上下文推断） |</a:t>
            </a:r>
          </a:p>
          <a:p>
            <a:r>
              <a:t>| --- | --- | --- |</a:t>
            </a:r>
          </a:p>
          <a:p>
            <a:r>
              <a:t>| solide | 刚体 | 各点之间保持恒定距离的物体，是力学研究的基本对象 |</a:t>
            </a:r>
          </a:p>
          <a:p>
            <a:r>
              <a:t>| point matériel | 质点 | 有质量、无体积的几何点，代表被研究的刚体 |</a:t>
            </a:r>
          </a:p>
          <a:p>
            <a:r>
              <a:t>| barycentre / centre de masse | 质心 / 质量中心 | 代表刚体的那个质点 |</a:t>
            </a:r>
          </a:p>
          <a:p>
            <a:r>
              <a:t>| relativité des mouvements | 运动的相对性 | 运动随观察参考系不同而不同 |</a:t>
            </a:r>
          </a:p>
          <a:p>
            <a:r>
              <a:t>| référentiel | 参考系 | 研究运动时作为固定的参照物理系统 |</a:t>
            </a:r>
          </a:p>
          <a:p>
            <a:r>
              <a:t>| temps absolu | 绝对时间 | 经典力学中不随参考系改变的客观时间 |</a:t>
            </a:r>
          </a:p>
          <a:p>
            <a:r>
              <a:t>| principe d'inertie | 惯性原理 | 惯性系中孤立质点作匀速直线运动的规律 |</a:t>
            </a:r>
          </a:p>
          <a:p>
            <a:r>
              <a:t>| première...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217920"/>
            <a:ext cx="8778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欢迎使用 DornGames @Koloyaaa Léo WEE 出品: 中外合办救命稻草-skill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